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384AB2-F7AE-494E-8100-9BD4E98BBFC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2E5383-E169-4001-A211-AB403C062157}">
      <dgm:prSet phldrT="[Text]"/>
      <dgm:spPr/>
      <dgm:t>
        <a:bodyPr/>
        <a:lstStyle/>
        <a:p>
          <a:r>
            <a:rPr lang="en-US" dirty="0" smtClean="0"/>
            <a:t>It’s a simple ATM Management system project. </a:t>
          </a:r>
          <a:endParaRPr lang="en-US" dirty="0"/>
        </a:p>
      </dgm:t>
    </dgm:pt>
    <dgm:pt modelId="{5BF5E15C-D760-4939-BB14-B7B27D621285}" type="parTrans" cxnId="{43C83A9C-F333-4286-AF93-4687B7131E68}">
      <dgm:prSet/>
      <dgm:spPr/>
      <dgm:t>
        <a:bodyPr/>
        <a:lstStyle/>
        <a:p>
          <a:endParaRPr lang="en-US"/>
        </a:p>
      </dgm:t>
    </dgm:pt>
    <dgm:pt modelId="{D63EA3F0-6DE8-4AB3-BB4D-F868B0CC6D4B}" type="sibTrans" cxnId="{43C83A9C-F333-4286-AF93-4687B7131E68}">
      <dgm:prSet/>
      <dgm:spPr/>
      <dgm:t>
        <a:bodyPr/>
        <a:lstStyle/>
        <a:p>
          <a:endParaRPr lang="en-US"/>
        </a:p>
      </dgm:t>
    </dgm:pt>
    <dgm:pt modelId="{EF0D4ABC-BB30-44C9-8B7B-B99882192E0F}">
      <dgm:prSet phldrT="[Text]"/>
      <dgm:spPr/>
      <dgm:t>
        <a:bodyPr/>
        <a:lstStyle/>
        <a:p>
          <a:r>
            <a:rPr lang="en-US" dirty="0" smtClean="0"/>
            <a:t>User Friendly.</a:t>
          </a:r>
          <a:endParaRPr lang="en-US" dirty="0"/>
        </a:p>
      </dgm:t>
    </dgm:pt>
    <dgm:pt modelId="{BCF0B900-9000-434C-8AA8-31A47F119BDD}" type="parTrans" cxnId="{17E00934-F296-4AC3-8A4C-57763E6AB9B3}">
      <dgm:prSet/>
      <dgm:spPr/>
      <dgm:t>
        <a:bodyPr/>
        <a:lstStyle/>
        <a:p>
          <a:endParaRPr lang="en-US"/>
        </a:p>
      </dgm:t>
    </dgm:pt>
    <dgm:pt modelId="{0A08A161-2BB9-4BA1-9846-FD3BD6632005}" type="sibTrans" cxnId="{17E00934-F296-4AC3-8A4C-57763E6AB9B3}">
      <dgm:prSet/>
      <dgm:spPr/>
      <dgm:t>
        <a:bodyPr/>
        <a:lstStyle/>
        <a:p>
          <a:endParaRPr lang="en-US"/>
        </a:p>
      </dgm:t>
    </dgm:pt>
    <dgm:pt modelId="{E220DC16-0C7B-4DFA-90D1-B167070E5B81}">
      <dgm:prSet phldrT="[Text]"/>
      <dgm:spPr/>
      <dgm:t>
        <a:bodyPr/>
        <a:lstStyle/>
        <a:p>
          <a:r>
            <a:rPr lang="en-US" dirty="0" smtClean="0"/>
            <a:t>Everyone can use this ATM by using Account no. &amp; Password.</a:t>
          </a:r>
          <a:endParaRPr lang="en-US" dirty="0"/>
        </a:p>
      </dgm:t>
    </dgm:pt>
    <dgm:pt modelId="{7B3105E4-C09E-4643-A3D2-858AC40B0038}" type="parTrans" cxnId="{4EED02C7-5881-42E1-9133-8654D35E4D6B}">
      <dgm:prSet/>
      <dgm:spPr/>
      <dgm:t>
        <a:bodyPr/>
        <a:lstStyle/>
        <a:p>
          <a:endParaRPr lang="en-US"/>
        </a:p>
      </dgm:t>
    </dgm:pt>
    <dgm:pt modelId="{6491A83D-7FF3-47B4-B31D-B139A26F5705}" type="sibTrans" cxnId="{4EED02C7-5881-42E1-9133-8654D35E4D6B}">
      <dgm:prSet/>
      <dgm:spPr/>
      <dgm:t>
        <a:bodyPr/>
        <a:lstStyle/>
        <a:p>
          <a:endParaRPr lang="en-US"/>
        </a:p>
      </dgm:t>
    </dgm:pt>
    <dgm:pt modelId="{FC49033F-8664-4360-A336-0C8E1253B6EC}" type="pres">
      <dgm:prSet presAssocID="{11384AB2-F7AE-494E-8100-9BD4E98BBFC1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4023EFC4-0CCD-4F53-8818-017C9600A8C7}" type="pres">
      <dgm:prSet presAssocID="{11384AB2-F7AE-494E-8100-9BD4E98BBFC1}" presName="Name1" presStyleCnt="0"/>
      <dgm:spPr/>
    </dgm:pt>
    <dgm:pt modelId="{A4B26020-0256-4F82-8EA3-8F181C953CA4}" type="pres">
      <dgm:prSet presAssocID="{11384AB2-F7AE-494E-8100-9BD4E98BBFC1}" presName="cycle" presStyleCnt="0"/>
      <dgm:spPr/>
    </dgm:pt>
    <dgm:pt modelId="{20BC9B8B-3221-4FFE-86C4-E0849362D74B}" type="pres">
      <dgm:prSet presAssocID="{11384AB2-F7AE-494E-8100-9BD4E98BBFC1}" presName="srcNode" presStyleLbl="node1" presStyleIdx="0" presStyleCnt="3"/>
      <dgm:spPr/>
    </dgm:pt>
    <dgm:pt modelId="{EA0F3E0C-ABDA-49AC-A9AE-6925D9922EBC}" type="pres">
      <dgm:prSet presAssocID="{11384AB2-F7AE-494E-8100-9BD4E98BBFC1}" presName="conn" presStyleLbl="parChTrans1D2" presStyleIdx="0" presStyleCnt="1"/>
      <dgm:spPr/>
      <dgm:t>
        <a:bodyPr/>
        <a:lstStyle/>
        <a:p>
          <a:endParaRPr lang="en-US"/>
        </a:p>
      </dgm:t>
    </dgm:pt>
    <dgm:pt modelId="{949398EC-E71D-4201-B1A7-3EF7A1FB1E79}" type="pres">
      <dgm:prSet presAssocID="{11384AB2-F7AE-494E-8100-9BD4E98BBFC1}" presName="extraNode" presStyleLbl="node1" presStyleIdx="0" presStyleCnt="3"/>
      <dgm:spPr/>
    </dgm:pt>
    <dgm:pt modelId="{1F2D5923-11E6-488F-B2C5-7E455F14718A}" type="pres">
      <dgm:prSet presAssocID="{11384AB2-F7AE-494E-8100-9BD4E98BBFC1}" presName="dstNode" presStyleLbl="node1" presStyleIdx="0" presStyleCnt="3"/>
      <dgm:spPr/>
    </dgm:pt>
    <dgm:pt modelId="{078D563B-634F-457A-A830-05494FFE8EF3}" type="pres">
      <dgm:prSet presAssocID="{E72E5383-E169-4001-A211-AB403C062157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825C09-8AA6-4DF9-9504-6145BCBD5688}" type="pres">
      <dgm:prSet presAssocID="{E72E5383-E169-4001-A211-AB403C062157}" presName="accent_1" presStyleCnt="0"/>
      <dgm:spPr/>
    </dgm:pt>
    <dgm:pt modelId="{55CC9AB4-86E2-457B-80D3-8E47A1B2A1B1}" type="pres">
      <dgm:prSet presAssocID="{E72E5383-E169-4001-A211-AB403C062157}" presName="accentRepeatNode" presStyleLbl="solidFgAcc1" presStyleIdx="0" presStyleCnt="3"/>
      <dgm:spPr>
        <a:solidFill>
          <a:schemeClr val="tx2">
            <a:lumMod val="75000"/>
          </a:schemeClr>
        </a:solidFill>
      </dgm:spPr>
    </dgm:pt>
    <dgm:pt modelId="{AFEDE646-F744-4093-AD7A-CF64B63B400D}" type="pres">
      <dgm:prSet presAssocID="{EF0D4ABC-BB30-44C9-8B7B-B99882192E0F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C443FA-A39E-42B0-93E4-4CF1EA89E23A}" type="pres">
      <dgm:prSet presAssocID="{EF0D4ABC-BB30-44C9-8B7B-B99882192E0F}" presName="accent_2" presStyleCnt="0"/>
      <dgm:spPr/>
    </dgm:pt>
    <dgm:pt modelId="{2FE2C0F3-AA6C-434C-9701-68940EC31316}" type="pres">
      <dgm:prSet presAssocID="{EF0D4ABC-BB30-44C9-8B7B-B99882192E0F}" presName="accentRepeatNode" presStyleLbl="solidFgAcc1" presStyleIdx="1" presStyleCnt="3"/>
      <dgm:spPr>
        <a:solidFill>
          <a:srgbClr val="FFFF00"/>
        </a:solidFill>
      </dgm:spPr>
    </dgm:pt>
    <dgm:pt modelId="{8E0FAD1E-9032-48EB-ABD2-FCC37707F79F}" type="pres">
      <dgm:prSet presAssocID="{E220DC16-0C7B-4DFA-90D1-B167070E5B81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003FD9-945C-47BA-8B6A-3745CEE6034C}" type="pres">
      <dgm:prSet presAssocID="{E220DC16-0C7B-4DFA-90D1-B167070E5B81}" presName="accent_3" presStyleCnt="0"/>
      <dgm:spPr/>
    </dgm:pt>
    <dgm:pt modelId="{323C55BF-9D0A-4C7B-A3E6-2A9BD375F7D3}" type="pres">
      <dgm:prSet presAssocID="{E220DC16-0C7B-4DFA-90D1-B167070E5B81}" presName="accentRepeatNode" presStyleLbl="solidFgAcc1" presStyleIdx="2" presStyleCnt="3"/>
      <dgm:spPr>
        <a:solidFill>
          <a:schemeClr val="accent3"/>
        </a:solidFill>
      </dgm:spPr>
    </dgm:pt>
  </dgm:ptLst>
  <dgm:cxnLst>
    <dgm:cxn modelId="{43C83A9C-F333-4286-AF93-4687B7131E68}" srcId="{11384AB2-F7AE-494E-8100-9BD4E98BBFC1}" destId="{E72E5383-E169-4001-A211-AB403C062157}" srcOrd="0" destOrd="0" parTransId="{5BF5E15C-D760-4939-BB14-B7B27D621285}" sibTransId="{D63EA3F0-6DE8-4AB3-BB4D-F868B0CC6D4B}"/>
    <dgm:cxn modelId="{7809F384-BDB2-46B3-AE69-F894573B9D2A}" type="presOf" srcId="{EF0D4ABC-BB30-44C9-8B7B-B99882192E0F}" destId="{AFEDE646-F744-4093-AD7A-CF64B63B400D}" srcOrd="0" destOrd="0" presId="urn:microsoft.com/office/officeart/2008/layout/VerticalCurvedList"/>
    <dgm:cxn modelId="{17E00934-F296-4AC3-8A4C-57763E6AB9B3}" srcId="{11384AB2-F7AE-494E-8100-9BD4E98BBFC1}" destId="{EF0D4ABC-BB30-44C9-8B7B-B99882192E0F}" srcOrd="1" destOrd="0" parTransId="{BCF0B900-9000-434C-8AA8-31A47F119BDD}" sibTransId="{0A08A161-2BB9-4BA1-9846-FD3BD6632005}"/>
    <dgm:cxn modelId="{4AB976B4-0AC6-4639-B13E-B86F0614D793}" type="presOf" srcId="{E72E5383-E169-4001-A211-AB403C062157}" destId="{078D563B-634F-457A-A830-05494FFE8EF3}" srcOrd="0" destOrd="0" presId="urn:microsoft.com/office/officeart/2008/layout/VerticalCurvedList"/>
    <dgm:cxn modelId="{398FF062-1667-4A3F-9F85-CD979F4DB3F9}" type="presOf" srcId="{E220DC16-0C7B-4DFA-90D1-B167070E5B81}" destId="{8E0FAD1E-9032-48EB-ABD2-FCC37707F79F}" srcOrd="0" destOrd="0" presId="urn:microsoft.com/office/officeart/2008/layout/VerticalCurvedList"/>
    <dgm:cxn modelId="{EB31E0E5-4E5B-4966-B588-2458F34E57D6}" type="presOf" srcId="{11384AB2-F7AE-494E-8100-9BD4E98BBFC1}" destId="{FC49033F-8664-4360-A336-0C8E1253B6EC}" srcOrd="0" destOrd="0" presId="urn:microsoft.com/office/officeart/2008/layout/VerticalCurvedList"/>
    <dgm:cxn modelId="{4EED02C7-5881-42E1-9133-8654D35E4D6B}" srcId="{11384AB2-F7AE-494E-8100-9BD4E98BBFC1}" destId="{E220DC16-0C7B-4DFA-90D1-B167070E5B81}" srcOrd="2" destOrd="0" parTransId="{7B3105E4-C09E-4643-A3D2-858AC40B0038}" sibTransId="{6491A83D-7FF3-47B4-B31D-B139A26F5705}"/>
    <dgm:cxn modelId="{0F2AEC8A-751C-451F-88C2-7F5306FE2C21}" type="presOf" srcId="{D63EA3F0-6DE8-4AB3-BB4D-F868B0CC6D4B}" destId="{EA0F3E0C-ABDA-49AC-A9AE-6925D9922EBC}" srcOrd="0" destOrd="0" presId="urn:microsoft.com/office/officeart/2008/layout/VerticalCurvedList"/>
    <dgm:cxn modelId="{2974A37E-2700-450F-A96C-CC7B130ECEA6}" type="presParOf" srcId="{FC49033F-8664-4360-A336-0C8E1253B6EC}" destId="{4023EFC4-0CCD-4F53-8818-017C9600A8C7}" srcOrd="0" destOrd="0" presId="urn:microsoft.com/office/officeart/2008/layout/VerticalCurvedList"/>
    <dgm:cxn modelId="{32A3413E-FCC7-4B81-B618-7D5AF506788A}" type="presParOf" srcId="{4023EFC4-0CCD-4F53-8818-017C9600A8C7}" destId="{A4B26020-0256-4F82-8EA3-8F181C953CA4}" srcOrd="0" destOrd="0" presId="urn:microsoft.com/office/officeart/2008/layout/VerticalCurvedList"/>
    <dgm:cxn modelId="{376F53A3-251D-4B71-86EB-32308FB1295C}" type="presParOf" srcId="{A4B26020-0256-4F82-8EA3-8F181C953CA4}" destId="{20BC9B8B-3221-4FFE-86C4-E0849362D74B}" srcOrd="0" destOrd="0" presId="urn:microsoft.com/office/officeart/2008/layout/VerticalCurvedList"/>
    <dgm:cxn modelId="{15EE2284-A8B2-4BF5-B911-7666B089745B}" type="presParOf" srcId="{A4B26020-0256-4F82-8EA3-8F181C953CA4}" destId="{EA0F3E0C-ABDA-49AC-A9AE-6925D9922EBC}" srcOrd="1" destOrd="0" presId="urn:microsoft.com/office/officeart/2008/layout/VerticalCurvedList"/>
    <dgm:cxn modelId="{98535140-1EDD-4A39-8854-532FC1AE9263}" type="presParOf" srcId="{A4B26020-0256-4F82-8EA3-8F181C953CA4}" destId="{949398EC-E71D-4201-B1A7-3EF7A1FB1E79}" srcOrd="2" destOrd="0" presId="urn:microsoft.com/office/officeart/2008/layout/VerticalCurvedList"/>
    <dgm:cxn modelId="{E016F3A5-0720-4F72-96AC-8B042576CF75}" type="presParOf" srcId="{A4B26020-0256-4F82-8EA3-8F181C953CA4}" destId="{1F2D5923-11E6-488F-B2C5-7E455F14718A}" srcOrd="3" destOrd="0" presId="urn:microsoft.com/office/officeart/2008/layout/VerticalCurvedList"/>
    <dgm:cxn modelId="{A882546B-65B3-4179-B9DD-5E52C0CCB088}" type="presParOf" srcId="{4023EFC4-0CCD-4F53-8818-017C9600A8C7}" destId="{078D563B-634F-457A-A830-05494FFE8EF3}" srcOrd="1" destOrd="0" presId="urn:microsoft.com/office/officeart/2008/layout/VerticalCurvedList"/>
    <dgm:cxn modelId="{30B2E0E8-FF76-43DF-A7C9-DE1E39B1ABCF}" type="presParOf" srcId="{4023EFC4-0CCD-4F53-8818-017C9600A8C7}" destId="{0E825C09-8AA6-4DF9-9504-6145BCBD5688}" srcOrd="2" destOrd="0" presId="urn:microsoft.com/office/officeart/2008/layout/VerticalCurvedList"/>
    <dgm:cxn modelId="{678D065E-CFC3-456C-8A47-1BA80DA19D1A}" type="presParOf" srcId="{0E825C09-8AA6-4DF9-9504-6145BCBD5688}" destId="{55CC9AB4-86E2-457B-80D3-8E47A1B2A1B1}" srcOrd="0" destOrd="0" presId="urn:microsoft.com/office/officeart/2008/layout/VerticalCurvedList"/>
    <dgm:cxn modelId="{42E374BA-63C5-4CBC-B7C0-E5E523AAFFC1}" type="presParOf" srcId="{4023EFC4-0CCD-4F53-8818-017C9600A8C7}" destId="{AFEDE646-F744-4093-AD7A-CF64B63B400D}" srcOrd="3" destOrd="0" presId="urn:microsoft.com/office/officeart/2008/layout/VerticalCurvedList"/>
    <dgm:cxn modelId="{33920DC8-D4E5-4D60-B0F0-A9844D0CBA73}" type="presParOf" srcId="{4023EFC4-0CCD-4F53-8818-017C9600A8C7}" destId="{41C443FA-A39E-42B0-93E4-4CF1EA89E23A}" srcOrd="4" destOrd="0" presId="urn:microsoft.com/office/officeart/2008/layout/VerticalCurvedList"/>
    <dgm:cxn modelId="{3EDB8D97-B1AE-4C0F-B083-E2D7DA23C9F4}" type="presParOf" srcId="{41C443FA-A39E-42B0-93E4-4CF1EA89E23A}" destId="{2FE2C0F3-AA6C-434C-9701-68940EC31316}" srcOrd="0" destOrd="0" presId="urn:microsoft.com/office/officeart/2008/layout/VerticalCurvedList"/>
    <dgm:cxn modelId="{A938D793-C3E8-42A2-9EC5-D77B36CAF57D}" type="presParOf" srcId="{4023EFC4-0CCD-4F53-8818-017C9600A8C7}" destId="{8E0FAD1E-9032-48EB-ABD2-FCC37707F79F}" srcOrd="5" destOrd="0" presId="urn:microsoft.com/office/officeart/2008/layout/VerticalCurvedList"/>
    <dgm:cxn modelId="{4037128D-86F3-44E7-AAE1-6C7A1CCDB69F}" type="presParOf" srcId="{4023EFC4-0CCD-4F53-8818-017C9600A8C7}" destId="{12003FD9-945C-47BA-8B6A-3745CEE6034C}" srcOrd="6" destOrd="0" presId="urn:microsoft.com/office/officeart/2008/layout/VerticalCurvedList"/>
    <dgm:cxn modelId="{BD94D20A-4209-4261-A855-2EEC1016DE3D}" type="presParOf" srcId="{12003FD9-945C-47BA-8B6A-3745CEE6034C}" destId="{323C55BF-9D0A-4C7B-A3E6-2A9BD375F7D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0F3E0C-ABDA-49AC-A9AE-6925D9922EBC}">
      <dsp:nvSpPr>
        <dsp:cNvPr id="0" name=""/>
        <dsp:cNvSpPr/>
      </dsp:nvSpPr>
      <dsp:spPr>
        <a:xfrm>
          <a:off x="-4003428" y="-614574"/>
          <a:ext cx="4770860" cy="4770860"/>
        </a:xfrm>
        <a:prstGeom prst="blockArc">
          <a:avLst>
            <a:gd name="adj1" fmla="val 18900000"/>
            <a:gd name="adj2" fmla="val 2700000"/>
            <a:gd name="adj3" fmla="val 453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8D563B-634F-457A-A830-05494FFE8EF3}">
      <dsp:nvSpPr>
        <dsp:cNvPr id="0" name=""/>
        <dsp:cNvSpPr/>
      </dsp:nvSpPr>
      <dsp:spPr>
        <a:xfrm>
          <a:off x="493527" y="354171"/>
          <a:ext cx="9365534" cy="7083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2247" tIns="71120" rIns="71120" bIns="7112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It’s a simple ATM Management system project. </a:t>
          </a:r>
          <a:endParaRPr lang="en-US" sz="2800" kern="1200" dirty="0"/>
        </a:p>
      </dsp:txBody>
      <dsp:txXfrm>
        <a:off x="493527" y="354171"/>
        <a:ext cx="9365534" cy="708342"/>
      </dsp:txXfrm>
    </dsp:sp>
    <dsp:sp modelId="{55CC9AB4-86E2-457B-80D3-8E47A1B2A1B1}">
      <dsp:nvSpPr>
        <dsp:cNvPr id="0" name=""/>
        <dsp:cNvSpPr/>
      </dsp:nvSpPr>
      <dsp:spPr>
        <a:xfrm>
          <a:off x="50813" y="265628"/>
          <a:ext cx="885428" cy="885428"/>
        </a:xfrm>
        <a:prstGeom prst="ellipse">
          <a:avLst/>
        </a:prstGeom>
        <a:solidFill>
          <a:schemeClr val="tx2">
            <a:lumMod val="7500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EDE646-F744-4093-AD7A-CF64B63B400D}">
      <dsp:nvSpPr>
        <dsp:cNvPr id="0" name=""/>
        <dsp:cNvSpPr/>
      </dsp:nvSpPr>
      <dsp:spPr>
        <a:xfrm>
          <a:off x="751010" y="1416684"/>
          <a:ext cx="9108052" cy="7083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2247" tIns="71120" rIns="71120" bIns="7112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User Friendly.</a:t>
          </a:r>
          <a:endParaRPr lang="en-US" sz="2800" kern="1200" dirty="0"/>
        </a:p>
      </dsp:txBody>
      <dsp:txXfrm>
        <a:off x="751010" y="1416684"/>
        <a:ext cx="9108052" cy="708342"/>
      </dsp:txXfrm>
    </dsp:sp>
    <dsp:sp modelId="{2FE2C0F3-AA6C-434C-9701-68940EC31316}">
      <dsp:nvSpPr>
        <dsp:cNvPr id="0" name=""/>
        <dsp:cNvSpPr/>
      </dsp:nvSpPr>
      <dsp:spPr>
        <a:xfrm>
          <a:off x="308296" y="1328142"/>
          <a:ext cx="885428" cy="885428"/>
        </a:xfrm>
        <a:prstGeom prst="ellipse">
          <a:avLst/>
        </a:prstGeom>
        <a:solidFill>
          <a:srgbClr val="FFFF00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0FAD1E-9032-48EB-ABD2-FCC37707F79F}">
      <dsp:nvSpPr>
        <dsp:cNvPr id="0" name=""/>
        <dsp:cNvSpPr/>
      </dsp:nvSpPr>
      <dsp:spPr>
        <a:xfrm>
          <a:off x="493527" y="2479198"/>
          <a:ext cx="9365534" cy="7083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2247" tIns="71120" rIns="71120" bIns="7112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Everyone can use this ATM by using Account no. &amp; Password.</a:t>
          </a:r>
          <a:endParaRPr lang="en-US" sz="2800" kern="1200" dirty="0"/>
        </a:p>
      </dsp:txBody>
      <dsp:txXfrm>
        <a:off x="493527" y="2479198"/>
        <a:ext cx="9365534" cy="708342"/>
      </dsp:txXfrm>
    </dsp:sp>
    <dsp:sp modelId="{323C55BF-9D0A-4C7B-A3E6-2A9BD375F7D3}">
      <dsp:nvSpPr>
        <dsp:cNvPr id="0" name=""/>
        <dsp:cNvSpPr/>
      </dsp:nvSpPr>
      <dsp:spPr>
        <a:xfrm>
          <a:off x="50813" y="2390655"/>
          <a:ext cx="885428" cy="885428"/>
        </a:xfrm>
        <a:prstGeom prst="ellipse">
          <a:avLst/>
        </a:prstGeom>
        <a:solidFill>
          <a:schemeClr val="accent3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737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239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880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18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294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112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260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43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557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0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105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2637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727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274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6429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296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31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2812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0425" y="-1075406"/>
            <a:ext cx="8791575" cy="2387600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Footlight MT Light" panose="0204060206030A020304" pitchFamily="18" charset="0"/>
              </a:rPr>
              <a:t>Automated Teller machine</a:t>
            </a:r>
            <a:endParaRPr lang="en-US" b="1" dirty="0">
              <a:solidFill>
                <a:schemeClr val="bg1"/>
              </a:solidFill>
              <a:latin typeface="Footlight MT Light" panose="0204060206030A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0425" y="1163638"/>
            <a:ext cx="8791575" cy="1655762"/>
          </a:xfrm>
        </p:spPr>
        <p:txBody>
          <a:bodyPr/>
          <a:lstStyle/>
          <a:p>
            <a:r>
              <a:rPr lang="en-US" dirty="0" err="1" smtClean="0"/>
              <a:t>AtM</a:t>
            </a:r>
            <a:r>
              <a:rPr lang="en-US" dirty="0" smtClean="0"/>
              <a:t> Management system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430" y="1439026"/>
            <a:ext cx="4876800" cy="4876800"/>
          </a:xfrm>
          <a:prstGeom prst="rect">
            <a:avLst/>
          </a:prstGeom>
        </p:spPr>
      </p:pic>
      <p:sp>
        <p:nvSpPr>
          <p:cNvPr id="5" name="Frame 4"/>
          <p:cNvSpPr>
            <a:spLocks/>
          </p:cNvSpPr>
          <p:nvPr/>
        </p:nvSpPr>
        <p:spPr>
          <a:xfrm>
            <a:off x="3843805" y="1735772"/>
            <a:ext cx="2176145" cy="2167255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088271" y="2442316"/>
            <a:ext cx="17098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ATM Machine </a:t>
            </a:r>
          </a:p>
          <a:p>
            <a:pPr algn="ctr"/>
            <a:r>
              <a:rPr lang="en-US" dirty="0"/>
              <a:t>Management System</a:t>
            </a:r>
          </a:p>
        </p:txBody>
      </p:sp>
      <p:sp>
        <p:nvSpPr>
          <p:cNvPr id="7" name="Two Same side Round Corner Rectangle 2"/>
          <p:cNvSpPr>
            <a:spLocks/>
          </p:cNvSpPr>
          <p:nvPr/>
        </p:nvSpPr>
        <p:spPr>
          <a:xfrm rot="10800000">
            <a:off x="3846248" y="3903027"/>
            <a:ext cx="2193925" cy="2423795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/>
          </a:p>
        </p:txBody>
      </p:sp>
      <p:sp>
        <p:nvSpPr>
          <p:cNvPr id="8" name="Diagonal Stripe 7"/>
          <p:cNvSpPr>
            <a:spLocks/>
          </p:cNvSpPr>
          <p:nvPr/>
        </p:nvSpPr>
        <p:spPr>
          <a:xfrm rot="2570870">
            <a:off x="4311481" y="4319169"/>
            <a:ext cx="1240790" cy="1146175"/>
          </a:xfrm>
          <a:prstGeom prst="diagStripe">
            <a:avLst/>
          </a:prstGeom>
          <a:solidFill>
            <a:schemeClr val="accent6">
              <a:tint val="20000"/>
              <a:alpha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/>
          </a:p>
        </p:txBody>
      </p:sp>
      <p:sp>
        <p:nvSpPr>
          <p:cNvPr id="9" name="Process Flow 16"/>
          <p:cNvSpPr>
            <a:spLocks/>
          </p:cNvSpPr>
          <p:nvPr/>
        </p:nvSpPr>
        <p:spPr>
          <a:xfrm>
            <a:off x="4534504" y="4368026"/>
            <a:ext cx="739775" cy="46990"/>
          </a:xfrm>
          <a:prstGeom prst="flowChartProcess">
            <a:avLst/>
          </a:prstGeom>
          <a:solidFill>
            <a:schemeClr val="dk1">
              <a:tint val="50196"/>
              <a:alpha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/>
          </a:p>
        </p:txBody>
      </p:sp>
      <p:sp>
        <p:nvSpPr>
          <p:cNvPr id="10" name="Round Corner Rectangle 17"/>
          <p:cNvSpPr>
            <a:spLocks/>
          </p:cNvSpPr>
          <p:nvPr/>
        </p:nvSpPr>
        <p:spPr>
          <a:xfrm>
            <a:off x="4792320" y="4561570"/>
            <a:ext cx="266700" cy="190500"/>
          </a:xfrm>
          <a:prstGeom prst="roundRect">
            <a:avLst/>
          </a:prstGeom>
          <a:solidFill>
            <a:schemeClr val="accent3">
              <a:tint val="20000"/>
              <a:alpha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/>
          </a:p>
        </p:txBody>
      </p:sp>
      <p:sp>
        <p:nvSpPr>
          <p:cNvPr id="13" name="Donut 12"/>
          <p:cNvSpPr>
            <a:spLocks/>
          </p:cNvSpPr>
          <p:nvPr/>
        </p:nvSpPr>
        <p:spPr>
          <a:xfrm>
            <a:off x="5179218" y="4581018"/>
            <a:ext cx="55245" cy="381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/>
          </a:p>
        </p:txBody>
      </p:sp>
      <p:sp>
        <p:nvSpPr>
          <p:cNvPr id="14" name="Donut 13"/>
          <p:cNvSpPr>
            <a:spLocks/>
          </p:cNvSpPr>
          <p:nvPr/>
        </p:nvSpPr>
        <p:spPr>
          <a:xfrm>
            <a:off x="5354067" y="4713601"/>
            <a:ext cx="55245" cy="381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 dirty="0"/>
          </a:p>
        </p:txBody>
      </p:sp>
      <p:sp>
        <p:nvSpPr>
          <p:cNvPr id="15" name="Donut 14"/>
          <p:cNvSpPr>
            <a:spLocks/>
          </p:cNvSpPr>
          <p:nvPr/>
        </p:nvSpPr>
        <p:spPr>
          <a:xfrm>
            <a:off x="5243808" y="4713908"/>
            <a:ext cx="55245" cy="381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/>
          </a:p>
        </p:txBody>
      </p:sp>
      <p:sp>
        <p:nvSpPr>
          <p:cNvPr id="16" name="Donut 15"/>
          <p:cNvSpPr>
            <a:spLocks/>
          </p:cNvSpPr>
          <p:nvPr/>
        </p:nvSpPr>
        <p:spPr>
          <a:xfrm>
            <a:off x="5129385" y="4711416"/>
            <a:ext cx="55245" cy="381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/>
          </a:p>
        </p:txBody>
      </p:sp>
      <p:sp>
        <p:nvSpPr>
          <p:cNvPr id="17" name="Donut 16"/>
          <p:cNvSpPr>
            <a:spLocks/>
          </p:cNvSpPr>
          <p:nvPr/>
        </p:nvSpPr>
        <p:spPr>
          <a:xfrm>
            <a:off x="5293233" y="4584719"/>
            <a:ext cx="55245" cy="381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503" y="4569713"/>
            <a:ext cx="298730" cy="1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5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2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2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2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2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073" y="0"/>
            <a:ext cx="9905998" cy="147857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erlin Sans FB" panose="020E0602020502020306" pitchFamily="34" charset="0"/>
              </a:rPr>
              <a:t>Bangladesh university of business &amp; technology (</a:t>
            </a:r>
            <a:r>
              <a:rPr lang="en-US" b="1" dirty="0" err="1" smtClean="0">
                <a:solidFill>
                  <a:schemeClr val="bg1">
                    <a:lumMod val="95000"/>
                    <a:lumOff val="5000"/>
                  </a:schemeClr>
                </a:solidFill>
                <a:latin typeface="Berlin Sans FB" panose="020E0602020502020306" pitchFamily="34" charset="0"/>
              </a:rPr>
              <a:t>bubt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erlin Sans FB" panose="020E0602020502020306" pitchFamily="34" charset="0"/>
              </a:rPr>
              <a:t>)</a:t>
            </a:r>
            <a:endParaRPr lang="en-US" b="1" dirty="0">
              <a:solidFill>
                <a:schemeClr val="bg1">
                  <a:lumMod val="95000"/>
                  <a:lumOff val="5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72126" y="31442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823160" y="2075508"/>
            <a:ext cx="2253911" cy="28761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71073" y="1996697"/>
            <a:ext cx="55666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Md</a:t>
            </a:r>
            <a:r>
              <a:rPr lang="en-US" sz="2400" dirty="0"/>
              <a:t> Imran </a:t>
            </a:r>
            <a:r>
              <a:rPr lang="en-US" sz="2400" dirty="0" err="1"/>
              <a:t>Hossen</a:t>
            </a:r>
            <a:r>
              <a:rPr lang="en-US" sz="2400" dirty="0"/>
              <a:t>                              </a:t>
            </a:r>
          </a:p>
          <a:p>
            <a:r>
              <a:rPr lang="en-US" sz="2400" dirty="0"/>
              <a:t>ID 211222203001</a:t>
            </a:r>
          </a:p>
          <a:p>
            <a:r>
              <a:rPr lang="en-US" sz="2400" dirty="0"/>
              <a:t>Rajesh Chandra Barman        </a:t>
            </a:r>
          </a:p>
          <a:p>
            <a:r>
              <a:rPr lang="en-US" sz="2400" dirty="0"/>
              <a:t>ID 211222203002</a:t>
            </a:r>
          </a:p>
          <a:p>
            <a:r>
              <a:rPr lang="en-US" sz="2400" dirty="0"/>
              <a:t>Rohan Rashid                            </a:t>
            </a:r>
          </a:p>
          <a:p>
            <a:r>
              <a:rPr lang="en-US" sz="2400" dirty="0"/>
              <a:t>ID 211222203050</a:t>
            </a:r>
          </a:p>
          <a:p>
            <a:r>
              <a:rPr lang="en-US" sz="2400" dirty="0" err="1"/>
              <a:t>Ishtiak</a:t>
            </a:r>
            <a:r>
              <a:rPr lang="en-US" sz="2400" dirty="0"/>
              <a:t> Ahmed </a:t>
            </a:r>
            <a:r>
              <a:rPr lang="en-US" sz="2400" dirty="0" err="1"/>
              <a:t>Arnob</a:t>
            </a:r>
            <a:r>
              <a:rPr lang="en-US" sz="2400" dirty="0"/>
              <a:t>                             </a:t>
            </a:r>
          </a:p>
          <a:p>
            <a:r>
              <a:rPr lang="en-US" sz="2400" dirty="0"/>
              <a:t>ID 211222203028</a:t>
            </a:r>
          </a:p>
          <a:p>
            <a:r>
              <a:rPr lang="en-US" sz="2400" dirty="0" err="1"/>
              <a:t>Md</a:t>
            </a:r>
            <a:r>
              <a:rPr lang="en-US" sz="2400" dirty="0"/>
              <a:t> </a:t>
            </a:r>
            <a:r>
              <a:rPr lang="en-US" sz="2400" dirty="0" err="1"/>
              <a:t>Jakir</a:t>
            </a:r>
            <a:r>
              <a:rPr lang="en-US" sz="2400" dirty="0"/>
              <a:t> Hossain                             </a:t>
            </a:r>
          </a:p>
          <a:p>
            <a:r>
              <a:rPr lang="en-US" sz="2400" dirty="0"/>
              <a:t>ID 211222203003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160" y="5120630"/>
            <a:ext cx="28510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Superviced</a:t>
            </a:r>
            <a:r>
              <a:rPr lang="en-US" sz="2000" b="1" dirty="0" smtClean="0"/>
              <a:t> By:</a:t>
            </a:r>
          </a:p>
          <a:p>
            <a:r>
              <a:rPr lang="en-US" sz="2000" b="1" dirty="0" err="1" smtClean="0"/>
              <a:t>Md</a:t>
            </a:r>
            <a:r>
              <a:rPr lang="en-US" sz="2000" b="1" dirty="0" smtClean="0"/>
              <a:t> Saddam Hossain</a:t>
            </a:r>
          </a:p>
          <a:p>
            <a:r>
              <a:rPr lang="en-US" sz="2000" b="1" dirty="0" smtClean="0"/>
              <a:t>Assistant </a:t>
            </a:r>
            <a:r>
              <a:rPr lang="en-US" sz="2000" b="1" dirty="0" smtClean="0"/>
              <a:t>Professor,</a:t>
            </a:r>
            <a:endParaRPr lang="en-US" sz="2000" b="1" dirty="0" smtClean="0"/>
          </a:p>
          <a:p>
            <a:r>
              <a:rPr lang="en-US" sz="2000" b="1" dirty="0" smtClean="0"/>
              <a:t>Dept. of CSE, BUBT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0669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b="1" dirty="0" smtClean="0">
                <a:solidFill>
                  <a:schemeClr val="accent4">
                    <a:lumMod val="50000"/>
                  </a:schemeClr>
                </a:solidFill>
                <a:latin typeface="Footlight MT Light" panose="0204060206030A020304" pitchFamily="18" charset="0"/>
              </a:rPr>
              <a:t>Introduction</a:t>
            </a:r>
            <a:endParaRPr lang="en-US" sz="8000" b="1" dirty="0">
              <a:solidFill>
                <a:schemeClr val="accent4">
                  <a:lumMod val="50000"/>
                </a:schemeClr>
              </a:solidFill>
              <a:latin typeface="Footlight MT Light" panose="0204060206030A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7143655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995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4" dur="indefinite"/>
                                        <p:tgtEl>
                                          <p:spTgt spid="5">
                                            <p:graphicEl>
                                              <a:dgm id="{EA0F3E0C-ABDA-49AC-A9AE-6925D9922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5">
                                            <p:graphicEl>
                                              <a:dgm id="{EA0F3E0C-ABDA-49AC-A9AE-6925D9922E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7" dur="indefinite"/>
                                        <p:tgtEl>
                                          <p:spTgt spid="5">
                                            <p:graphicEl>
                                              <a:dgm id="{55CC9AB4-86E2-457B-80D3-8E47A1B2A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5">
                                            <p:graphicEl>
                                              <a:dgm id="{55CC9AB4-86E2-457B-80D3-8E47A1B2A1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0" dur="indefinite"/>
                                        <p:tgtEl>
                                          <p:spTgt spid="5">
                                            <p:graphicEl>
                                              <a:dgm id="{078D563B-634F-457A-A830-05494FFE8E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5">
                                            <p:graphicEl>
                                              <a:dgm id="{078D563B-634F-457A-A830-05494FFE8E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3" dur="indefinite"/>
                                        <p:tgtEl>
                                          <p:spTgt spid="5">
                                            <p:graphicEl>
                                              <a:dgm id="{2FE2C0F3-AA6C-434C-9701-68940EC313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indefinite"/>
                                        <p:tgtEl>
                                          <p:spTgt spid="5">
                                            <p:graphicEl>
                                              <a:dgm id="{2FE2C0F3-AA6C-434C-9701-68940EC313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6" dur="indefinite"/>
                                        <p:tgtEl>
                                          <p:spTgt spid="5">
                                            <p:graphicEl>
                                              <a:dgm id="{AFEDE646-F744-4093-AD7A-CF64B63B4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5">
                                            <p:graphicEl>
                                              <a:dgm id="{AFEDE646-F744-4093-AD7A-CF64B63B40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9" dur="indefinite"/>
                                        <p:tgtEl>
                                          <p:spTgt spid="5">
                                            <p:graphicEl>
                                              <a:dgm id="{323C55BF-9D0A-4C7B-A3E6-2A9BD375F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0" dur="indefinite"/>
                                        <p:tgtEl>
                                          <p:spTgt spid="5">
                                            <p:graphicEl>
                                              <a:dgm id="{323C55BF-9D0A-4C7B-A3E6-2A9BD375F7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2" dur="indefinite"/>
                                        <p:tgtEl>
                                          <p:spTgt spid="5">
                                            <p:graphicEl>
                                              <a:dgm id="{8E0FAD1E-9032-48EB-ABD2-FCC37707F7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3" dur="indefinite"/>
                                        <p:tgtEl>
                                          <p:spTgt spid="5">
                                            <p:graphicEl>
                                              <a:dgm id="{8E0FAD1E-9032-48EB-ABD2-FCC37707F7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0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7" dur="500" fill="hold"/>
                                        <p:tgtEl>
                                          <p:spTgt spid="5">
                                            <p:graphicEl>
                                              <a:dgm id="{EA0F3E0C-ABDA-49AC-A9AE-6925D9922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8" dur="500" fill="hold"/>
                                        <p:tgtEl>
                                          <p:spTgt spid="5">
                                            <p:graphicEl>
                                              <a:dgm id="{EA0F3E0C-ABDA-49AC-A9AE-6925D9922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EA0F3E0C-ABDA-49AC-A9AE-6925D9922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EA0F3E0C-ABDA-49AC-A9AE-6925D9922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2" dur="500" fill="hold"/>
                                        <p:tgtEl>
                                          <p:spTgt spid="5">
                                            <p:graphicEl>
                                              <a:dgm id="{55CC9AB4-86E2-457B-80D3-8E47A1B2A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55CC9AB4-86E2-457B-80D3-8E47A1B2A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55CC9AB4-86E2-457B-80D3-8E47A1B2A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5">
                                            <p:graphicEl>
                                              <a:dgm id="{55CC9AB4-86E2-457B-80D3-8E47A1B2A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078D563B-634F-457A-A830-05494FFE8E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078D563B-634F-457A-A830-05494FFE8E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9" dur="500" fill="hold"/>
                                        <p:tgtEl>
                                          <p:spTgt spid="5">
                                            <p:graphicEl>
                                              <a:dgm id="{078D563B-634F-457A-A830-05494FFE8E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5">
                                            <p:graphicEl>
                                              <a:dgm id="{078D563B-634F-457A-A830-05494FFE8E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2" dur="500" fill="hold"/>
                                        <p:tgtEl>
                                          <p:spTgt spid="5">
                                            <p:graphicEl>
                                              <a:dgm id="{2FE2C0F3-AA6C-434C-9701-68940EC313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63" dur="500" fill="hold"/>
                                        <p:tgtEl>
                                          <p:spTgt spid="5">
                                            <p:graphicEl>
                                              <a:dgm id="{2FE2C0F3-AA6C-434C-9701-68940EC313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64" dur="500" fill="hold"/>
                                        <p:tgtEl>
                                          <p:spTgt spid="5">
                                            <p:graphicEl>
                                              <a:dgm id="{2FE2C0F3-AA6C-434C-9701-68940EC313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5">
                                            <p:graphicEl>
                                              <a:dgm id="{2FE2C0F3-AA6C-434C-9701-68940EC313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7" dur="500" fill="hold"/>
                                        <p:tgtEl>
                                          <p:spTgt spid="5">
                                            <p:graphicEl>
                                              <a:dgm id="{AFEDE646-F744-4093-AD7A-CF64B63B4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68" dur="500" fill="hold"/>
                                        <p:tgtEl>
                                          <p:spTgt spid="5">
                                            <p:graphicEl>
                                              <a:dgm id="{AFEDE646-F744-4093-AD7A-CF64B63B4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69" dur="500" fill="hold"/>
                                        <p:tgtEl>
                                          <p:spTgt spid="5">
                                            <p:graphicEl>
                                              <a:dgm id="{AFEDE646-F744-4093-AD7A-CF64B63B4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>
                                            <p:graphicEl>
                                              <a:dgm id="{AFEDE646-F744-4093-AD7A-CF64B63B4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2" dur="500" fill="hold"/>
                                        <p:tgtEl>
                                          <p:spTgt spid="5">
                                            <p:graphicEl>
                                              <a:dgm id="{323C55BF-9D0A-4C7B-A3E6-2A9BD375F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3" dur="500" fill="hold"/>
                                        <p:tgtEl>
                                          <p:spTgt spid="5">
                                            <p:graphicEl>
                                              <a:dgm id="{323C55BF-9D0A-4C7B-A3E6-2A9BD375F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4" dur="500" fill="hold"/>
                                        <p:tgtEl>
                                          <p:spTgt spid="5">
                                            <p:graphicEl>
                                              <a:dgm id="{323C55BF-9D0A-4C7B-A3E6-2A9BD375F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5">
                                            <p:graphicEl>
                                              <a:dgm id="{323C55BF-9D0A-4C7B-A3E6-2A9BD375F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7" dur="500" fill="hold"/>
                                        <p:tgtEl>
                                          <p:spTgt spid="5">
                                            <p:graphicEl>
                                              <a:dgm id="{8E0FAD1E-9032-48EB-ABD2-FCC37707F7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8" dur="500" fill="hold"/>
                                        <p:tgtEl>
                                          <p:spTgt spid="5">
                                            <p:graphicEl>
                                              <a:dgm id="{8E0FAD1E-9032-48EB-ABD2-FCC37707F7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9" dur="500" fill="hold"/>
                                        <p:tgtEl>
                                          <p:spTgt spid="5">
                                            <p:graphicEl>
                                              <a:dgm id="{8E0FAD1E-9032-48EB-ABD2-FCC37707F7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5">
                                            <p:graphicEl>
                                              <a:dgm id="{8E0FAD1E-9032-48EB-ABD2-FCC37707F7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1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4" dur="500" fill="hold"/>
                                        <p:tgtEl>
                                          <p:spTgt spid="5">
                                            <p:graphicEl>
                                              <a:dgm id="{EA0F3E0C-ABDA-49AC-A9AE-6925D9922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5" dur="500" fill="hold"/>
                                        <p:tgtEl>
                                          <p:spTgt spid="5">
                                            <p:graphicEl>
                                              <a:dgm id="{EA0F3E0C-ABDA-49AC-A9AE-6925D9922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6" dur="500" fill="hold"/>
                                        <p:tgtEl>
                                          <p:spTgt spid="5">
                                            <p:graphicEl>
                                              <a:dgm id="{EA0F3E0C-ABDA-49AC-A9AE-6925D9922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5">
                                            <p:graphicEl>
                                              <a:dgm id="{EA0F3E0C-ABDA-49AC-A9AE-6925D9922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9" dur="500" fill="hold"/>
                                        <p:tgtEl>
                                          <p:spTgt spid="5">
                                            <p:graphicEl>
                                              <a:dgm id="{55CC9AB4-86E2-457B-80D3-8E47A1B2A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0" dur="500" fill="hold"/>
                                        <p:tgtEl>
                                          <p:spTgt spid="5">
                                            <p:graphicEl>
                                              <a:dgm id="{55CC9AB4-86E2-457B-80D3-8E47A1B2A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1" dur="500" fill="hold"/>
                                        <p:tgtEl>
                                          <p:spTgt spid="5">
                                            <p:graphicEl>
                                              <a:dgm id="{55CC9AB4-86E2-457B-80D3-8E47A1B2A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5">
                                            <p:graphicEl>
                                              <a:dgm id="{55CC9AB4-86E2-457B-80D3-8E47A1B2A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4" dur="500" fill="hold"/>
                                        <p:tgtEl>
                                          <p:spTgt spid="5">
                                            <p:graphicEl>
                                              <a:dgm id="{078D563B-634F-457A-A830-05494FFE8E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5" dur="500" fill="hold"/>
                                        <p:tgtEl>
                                          <p:spTgt spid="5">
                                            <p:graphicEl>
                                              <a:dgm id="{078D563B-634F-457A-A830-05494FFE8E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6" dur="500" fill="hold"/>
                                        <p:tgtEl>
                                          <p:spTgt spid="5">
                                            <p:graphicEl>
                                              <a:dgm id="{078D563B-634F-457A-A830-05494FFE8E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5">
                                            <p:graphicEl>
                                              <a:dgm id="{078D563B-634F-457A-A830-05494FFE8E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9" dur="500" fill="hold"/>
                                        <p:tgtEl>
                                          <p:spTgt spid="5">
                                            <p:graphicEl>
                                              <a:dgm id="{2FE2C0F3-AA6C-434C-9701-68940EC313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0" dur="500" fill="hold"/>
                                        <p:tgtEl>
                                          <p:spTgt spid="5">
                                            <p:graphicEl>
                                              <a:dgm id="{2FE2C0F3-AA6C-434C-9701-68940EC313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1" dur="500" fill="hold"/>
                                        <p:tgtEl>
                                          <p:spTgt spid="5">
                                            <p:graphicEl>
                                              <a:dgm id="{2FE2C0F3-AA6C-434C-9701-68940EC313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5">
                                            <p:graphicEl>
                                              <a:dgm id="{2FE2C0F3-AA6C-434C-9701-68940EC313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4" dur="500" fill="hold"/>
                                        <p:tgtEl>
                                          <p:spTgt spid="5">
                                            <p:graphicEl>
                                              <a:dgm id="{AFEDE646-F744-4093-AD7A-CF64B63B4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5" dur="500" fill="hold"/>
                                        <p:tgtEl>
                                          <p:spTgt spid="5">
                                            <p:graphicEl>
                                              <a:dgm id="{AFEDE646-F744-4093-AD7A-CF64B63B4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6" dur="500" fill="hold"/>
                                        <p:tgtEl>
                                          <p:spTgt spid="5">
                                            <p:graphicEl>
                                              <a:dgm id="{AFEDE646-F744-4093-AD7A-CF64B63B4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5">
                                            <p:graphicEl>
                                              <a:dgm id="{AFEDE646-F744-4093-AD7A-CF64B63B4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9" dur="500" fill="hold"/>
                                        <p:tgtEl>
                                          <p:spTgt spid="5">
                                            <p:graphicEl>
                                              <a:dgm id="{323C55BF-9D0A-4C7B-A3E6-2A9BD375F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10" dur="500" fill="hold"/>
                                        <p:tgtEl>
                                          <p:spTgt spid="5">
                                            <p:graphicEl>
                                              <a:dgm id="{323C55BF-9D0A-4C7B-A3E6-2A9BD375F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11" dur="500" fill="hold"/>
                                        <p:tgtEl>
                                          <p:spTgt spid="5">
                                            <p:graphicEl>
                                              <a:dgm id="{323C55BF-9D0A-4C7B-A3E6-2A9BD375F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5">
                                            <p:graphicEl>
                                              <a:dgm id="{323C55BF-9D0A-4C7B-A3E6-2A9BD375F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4" dur="500" fill="hold"/>
                                        <p:tgtEl>
                                          <p:spTgt spid="5">
                                            <p:graphicEl>
                                              <a:dgm id="{8E0FAD1E-9032-48EB-ABD2-FCC37707F7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15" dur="500" fill="hold"/>
                                        <p:tgtEl>
                                          <p:spTgt spid="5">
                                            <p:graphicEl>
                                              <a:dgm id="{8E0FAD1E-9032-48EB-ABD2-FCC37707F7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16" dur="500" fill="hold"/>
                                        <p:tgtEl>
                                          <p:spTgt spid="5">
                                            <p:graphicEl>
                                              <a:dgm id="{8E0FAD1E-9032-48EB-ABD2-FCC37707F7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5">
                                            <p:graphicEl>
                                              <a:dgm id="{8E0FAD1E-9032-48EB-ABD2-FCC37707F7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Sub>
          <a:bldDgm/>
        </p:bldSub>
      </p:bldGraphic>
      <p:bldGraphic spid="5" grpId="1">
        <p:bldSub>
          <a:bldDgm/>
        </p:bldSub>
      </p:bldGraphic>
      <p:bldGraphic spid="5" grpId="2">
        <p:bldSub>
          <a:bldDgm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2254" y="1030286"/>
            <a:ext cx="3783514" cy="4744872"/>
          </a:xfrm>
        </p:spPr>
        <p:txBody>
          <a:bodyPr>
            <a:noAutofit/>
          </a:bodyPr>
          <a:lstStyle/>
          <a:p>
            <a:r>
              <a:rPr lang="en-US" sz="2800" b="1" u="sng" dirty="0" smtClean="0"/>
              <a:t>KEY FEATURES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800" dirty="0" smtClean="0"/>
              <a:t>Admin panel &amp; User panel.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800" dirty="0" smtClean="0"/>
              <a:t>Balance </a:t>
            </a:r>
            <a:r>
              <a:rPr lang="en-US" sz="2800" dirty="0" err="1" smtClean="0"/>
              <a:t>Iquire</a:t>
            </a:r>
            <a:r>
              <a:rPr lang="en-US" sz="2800" dirty="0" smtClean="0"/>
              <a:t> Balance.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800" dirty="0" smtClean="0"/>
              <a:t>Withdraw.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800" dirty="0" err="1" smtClean="0"/>
              <a:t>Deposite</a:t>
            </a:r>
            <a:r>
              <a:rPr lang="en-US" sz="2800" dirty="0" smtClean="0"/>
              <a:t>.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800" dirty="0" smtClean="0"/>
              <a:t>Quit.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7652084" y="1030286"/>
            <a:ext cx="386614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REQUIRMENTS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smtClean="0"/>
              <a:t>Software &amp; hardware requirements.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smtClean="0"/>
              <a:t>Code Editor-  Code::Blocks.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smtClean="0"/>
              <a:t>Programming Language- C++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smtClean="0"/>
              <a:t>A PC with version of windows 11 installed.</a:t>
            </a:r>
          </a:p>
        </p:txBody>
      </p:sp>
    </p:spTree>
    <p:extLst>
      <p:ext uri="{BB962C8B-B14F-4D97-AF65-F5344CB8AC3E}">
        <p14:creationId xmlns:p14="http://schemas.microsoft.com/office/powerpoint/2010/main" val="23105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/>
              <a:t>Module Description</a:t>
            </a:r>
            <a:endParaRPr lang="en-US" sz="5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073041" y="1965121"/>
            <a:ext cx="20427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u="sng" dirty="0" smtClean="0"/>
              <a:t>Homepage</a:t>
            </a:r>
            <a:endParaRPr lang="en-US" sz="3200" b="1" u="sn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293" y="2715605"/>
            <a:ext cx="6566237" cy="319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14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transection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439" y="2371473"/>
            <a:ext cx="6705945" cy="330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9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Account number &amp; password entering :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069" y="2733472"/>
            <a:ext cx="6922685" cy="217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62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Main screen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841" y="2097088"/>
            <a:ext cx="3971141" cy="383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75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Inquire Balance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363" y="1952709"/>
            <a:ext cx="6544098" cy="367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82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Withdraw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230" y="2097088"/>
            <a:ext cx="6550364" cy="342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2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Deposit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965" y="2097088"/>
            <a:ext cx="6866893" cy="404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85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1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Quit to main menu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841" y="2097088"/>
            <a:ext cx="6655142" cy="36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7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Help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2097088"/>
            <a:ext cx="9847796" cy="250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4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Option 1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12" y="2969266"/>
            <a:ext cx="10058400" cy="158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0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Option 2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52" y="2574880"/>
            <a:ext cx="10058400" cy="235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1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Option 3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12" y="2472128"/>
            <a:ext cx="10058400" cy="198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38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Option 4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698" y="2274784"/>
            <a:ext cx="5771427" cy="179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9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4316" y="2496921"/>
            <a:ext cx="8610600" cy="1293028"/>
          </a:xfrm>
        </p:spPr>
        <p:txBody>
          <a:bodyPr/>
          <a:lstStyle/>
          <a:p>
            <a:pPr algn="ctr"/>
            <a:r>
              <a:rPr lang="en-US" dirty="0" smtClean="0"/>
              <a:t>Thank you for visit our presentation carefully…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8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82</TotalTime>
  <Words>163</Words>
  <Application>Microsoft Office PowerPoint</Application>
  <PresentationFormat>Widescreen</PresentationFormat>
  <Paragraphs>49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Berlin Sans FB</vt:lpstr>
      <vt:lpstr>Footlight MT Light</vt:lpstr>
      <vt:lpstr>Trebuchet MS</vt:lpstr>
      <vt:lpstr>Tw Cen MT</vt:lpstr>
      <vt:lpstr>Wingdings</vt:lpstr>
      <vt:lpstr>Circuit</vt:lpstr>
      <vt:lpstr>Automated Teller machine</vt:lpstr>
      <vt:lpstr>Bangladesh university of business &amp; technology (bubt)</vt:lpstr>
      <vt:lpstr>Introduction</vt:lpstr>
      <vt:lpstr>PowerPoint Presentation</vt:lpstr>
      <vt:lpstr>Module Description</vt:lpstr>
      <vt:lpstr>transection</vt:lpstr>
      <vt:lpstr>Account number &amp; password entering :</vt:lpstr>
      <vt:lpstr>Main screen</vt:lpstr>
      <vt:lpstr>Inquire Balance</vt:lpstr>
      <vt:lpstr>Withdraw</vt:lpstr>
      <vt:lpstr>Deposit</vt:lpstr>
      <vt:lpstr>Quit to main menu</vt:lpstr>
      <vt:lpstr>Help</vt:lpstr>
      <vt:lpstr>Option 1</vt:lpstr>
      <vt:lpstr>Option 2</vt:lpstr>
      <vt:lpstr>Option 3</vt:lpstr>
      <vt:lpstr>Option 4</vt:lpstr>
      <vt:lpstr>Thank you for visit our presentation carefully…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Teller machine</dc:title>
  <dc:creator>Rohan Rashid</dc:creator>
  <cp:lastModifiedBy>Rohan Rashid</cp:lastModifiedBy>
  <cp:revision>10</cp:revision>
  <dcterms:created xsi:type="dcterms:W3CDTF">2023-03-12T17:35:55Z</dcterms:created>
  <dcterms:modified xsi:type="dcterms:W3CDTF">2023-03-23T20:53:54Z</dcterms:modified>
</cp:coreProperties>
</file>